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25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095365" y="586105"/>
            <a:ext cx="1042035" cy="548640"/>
          </a:xfrm>
        </p:spPr>
        <p:txBody>
          <a:bodyPr>
            <a:normAutofit fontScale="80000"/>
          </a:bodyPr>
          <a:p>
            <a:r>
              <a:rPr lang="en-US" altLang="zh-CN" sz="3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shct</a:t>
            </a:r>
            <a:endParaRPr lang="en-US" altLang="zh-CN" sz="36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6634480" y="1134745"/>
            <a:ext cx="16510" cy="85407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40775" y="2738120"/>
            <a:ext cx="1042035" cy="548640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clm</a:t>
            </a:r>
            <a:endParaRPr lang="en-US" altLang="zh-CN" sz="36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副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501255" y="3992880"/>
            <a:ext cx="1042035" cy="548640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cs</a:t>
            </a:r>
            <a:endParaRPr lang="en-US" altLang="zh-CN" sz="36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副标题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740775" y="3957320"/>
            <a:ext cx="1042035" cy="548640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sc</a:t>
            </a:r>
            <a:endParaRPr lang="en-US" altLang="zh-CN" sz="36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副标题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95365" y="3992880"/>
            <a:ext cx="1042035" cy="548640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vec</a:t>
            </a:r>
            <a:endParaRPr lang="en-US" altLang="zh-CN" sz="36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副标题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706620" y="586105"/>
            <a:ext cx="1042035" cy="548640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ddk</a:t>
            </a:r>
            <a:endParaRPr lang="en-US" altLang="zh-CN" sz="36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副标题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95365" y="1988820"/>
            <a:ext cx="1042035" cy="548640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shc</a:t>
            </a:r>
            <a:endParaRPr lang="en-US" altLang="zh-CN" sz="36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副标题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484110" y="1988820"/>
            <a:ext cx="1042035" cy="548640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sh</a:t>
            </a:r>
            <a:endParaRPr lang="en-US" altLang="zh-CN" sz="36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副标题 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484110" y="586105"/>
            <a:ext cx="1042035" cy="548640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sht</a:t>
            </a:r>
            <a:endParaRPr lang="en-US" altLang="zh-CN" sz="36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" name="直接箭头连接符 13"/>
          <p:cNvCxnSpPr/>
          <p:nvPr>
            <p:custDataLst>
              <p:tags r:id="rId9"/>
            </p:custDataLst>
          </p:nvPr>
        </p:nvCxnSpPr>
        <p:spPr>
          <a:xfrm>
            <a:off x="7997190" y="1134745"/>
            <a:ext cx="16510" cy="85407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>
            <p:custDataLst>
              <p:tags r:id="rId10"/>
            </p:custDataLst>
          </p:nvPr>
        </p:nvCxnSpPr>
        <p:spPr>
          <a:xfrm>
            <a:off x="7137400" y="858520"/>
            <a:ext cx="601345" cy="4445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>
            <p:custDataLst>
              <p:tags r:id="rId11"/>
            </p:custDataLst>
          </p:nvPr>
        </p:nvCxnSpPr>
        <p:spPr>
          <a:xfrm>
            <a:off x="7137400" y="2261235"/>
            <a:ext cx="601345" cy="4445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12"/>
            </p:custDataLst>
          </p:nvPr>
        </p:nvCxnSpPr>
        <p:spPr>
          <a:xfrm>
            <a:off x="6536055" y="2555240"/>
            <a:ext cx="10795" cy="1419860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>
            <p:custDataLst>
              <p:tags r:id="rId13"/>
            </p:custDataLst>
          </p:nvPr>
        </p:nvCxnSpPr>
        <p:spPr>
          <a:xfrm flipH="1">
            <a:off x="5661025" y="814705"/>
            <a:ext cx="573405" cy="0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>
            <p:custDataLst>
              <p:tags r:id="rId14"/>
            </p:custDataLst>
          </p:nvPr>
        </p:nvCxnSpPr>
        <p:spPr>
          <a:xfrm>
            <a:off x="5748655" y="985520"/>
            <a:ext cx="601345" cy="4445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>
            <p:custDataLst>
              <p:tags r:id="rId15"/>
            </p:custDataLst>
          </p:nvPr>
        </p:nvCxnSpPr>
        <p:spPr>
          <a:xfrm>
            <a:off x="7032625" y="4224655"/>
            <a:ext cx="601345" cy="4445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>
            <p:custDataLst>
              <p:tags r:id="rId16"/>
            </p:custDataLst>
          </p:nvPr>
        </p:nvCxnSpPr>
        <p:spPr>
          <a:xfrm flipH="1">
            <a:off x="7032625" y="4398010"/>
            <a:ext cx="573405" cy="0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>
            <p:custDataLst>
              <p:tags r:id="rId17"/>
            </p:custDataLst>
          </p:nvPr>
        </p:nvCxnSpPr>
        <p:spPr>
          <a:xfrm>
            <a:off x="8319135" y="4229100"/>
            <a:ext cx="601345" cy="4445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>
            <p:custDataLst>
              <p:tags r:id="rId18"/>
            </p:custDataLst>
          </p:nvPr>
        </p:nvCxnSpPr>
        <p:spPr>
          <a:xfrm>
            <a:off x="9352280" y="3251835"/>
            <a:ext cx="11430" cy="810260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>
            <p:custDataLst>
              <p:tags r:id="rId19"/>
            </p:custDataLst>
          </p:nvPr>
        </p:nvCxnSpPr>
        <p:spPr>
          <a:xfrm flipV="1">
            <a:off x="9204960" y="3211195"/>
            <a:ext cx="10795" cy="850900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>
            <p:custDataLst>
              <p:tags r:id="rId20"/>
            </p:custDataLst>
          </p:nvPr>
        </p:nvCxnSpPr>
        <p:spPr>
          <a:xfrm flipH="1">
            <a:off x="8317865" y="4398010"/>
            <a:ext cx="573405" cy="0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>
            <p:custDataLst>
              <p:tags r:id="rId21"/>
            </p:custDataLst>
          </p:nvPr>
        </p:nvCxnSpPr>
        <p:spPr>
          <a:xfrm flipV="1">
            <a:off x="7997190" y="3211195"/>
            <a:ext cx="894080" cy="741680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>
            <p:custDataLst>
              <p:tags r:id="rId22"/>
            </p:custDataLst>
          </p:nvPr>
        </p:nvCxnSpPr>
        <p:spPr>
          <a:xfrm flipH="1">
            <a:off x="8069580" y="3352800"/>
            <a:ext cx="850900" cy="711835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>
            <p:custDataLst>
              <p:tags r:id="rId23"/>
            </p:custDataLst>
          </p:nvPr>
        </p:nvCxnSpPr>
        <p:spPr>
          <a:xfrm flipH="1" flipV="1">
            <a:off x="6807200" y="2557145"/>
            <a:ext cx="17780" cy="1452880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>
            <p:custDataLst>
              <p:tags r:id="rId24"/>
            </p:custDataLst>
          </p:nvPr>
        </p:nvCxnSpPr>
        <p:spPr>
          <a:xfrm flipH="1">
            <a:off x="7165340" y="2428240"/>
            <a:ext cx="573405" cy="0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commondata" val="eyJoZGlkIjoiMWEwMmQ1YTAyZDM5ZWE5YmU4NzQ3MzlkZWI4MWI4M2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WPS 演示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</dc:creator>
  <cp:lastModifiedBy>Karl_Jian</cp:lastModifiedBy>
  <cp:revision>4</cp:revision>
  <dcterms:created xsi:type="dcterms:W3CDTF">2023-08-09T12:44:00Z</dcterms:created>
  <dcterms:modified xsi:type="dcterms:W3CDTF">2025-07-18T10:28:16Z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2052-12.1.0.21915</vt:lpwstr>
  </property>
</Properties>
</file>